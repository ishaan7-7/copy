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3890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EXL VEHICLE TELEMETRIX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26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Listening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984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already tells its story. Here is what listening changes.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93392"/>
            <a:ext cx="457200" cy="457200"/>
          </a:xfrm>
          <a:prstGeom prst="ellipse">
            <a:avLst/>
          </a:prstGeom>
          <a:solidFill>
            <a:srgbClr val="D260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Breakdowns are expensive. Surprises cost more.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5915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repair bill is only part of it — downtime, SLA breaches and recovery scramble make the unplanned failure the costlier event.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457200" cy="457200"/>
          </a:xfrm>
          <a:prstGeom prst="ellipse">
            <a:avLst/>
          </a:prstGeom>
          <a:solidFill>
            <a:srgbClr val="D260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plans the event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31927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an equipment failure from a business disruption into a scheduled, low-impact piece of work.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D260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vehicle leaves a trail of data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2793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telemetry means the signal that predicts failure already exists — the question is who is listening for 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73752"/>
            <a:ext cx="457200" cy="457200"/>
          </a:xfrm>
          <a:prstGeom prst="ellipse">
            <a:avLst/>
          </a:prstGeom>
          <a:solidFill>
            <a:srgbClr val="D2601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unlocks a more reliable future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234440" y="52395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457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that learn to read that data don't just prevent failures — they run a more reliable, more efficient fleet.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8064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B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was always speaking. It's time to listen.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199632"/>
            <a:ext cx="12191695" cy="201168"/>
          </a:xfrm>
          <a:prstGeom prst="rect">
            <a:avLst/>
          </a:prstGeom>
          <a:solidFill>
            <a:srgbClr val="13293D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6300216"/>
            <a:ext cx="106070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1109960" y="6172200"/>
            <a:ext cx="256032" cy="256032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1109960" y="6172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1292840" y="647395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147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Ishaan Tiwari</cp:lastModifiedBy>
  <cp:revision>2</cp:revision>
  <dcterms:created xsi:type="dcterms:W3CDTF">2026-08-31T12:55:17Z</dcterms:created>
  <dcterms:modified xsi:type="dcterms:W3CDTF">2026-08-31T13:00:03Z</dcterms:modified>
</cp:coreProperties>
</file>